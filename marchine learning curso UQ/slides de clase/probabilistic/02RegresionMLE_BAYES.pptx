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98" r:id="rId6"/>
    <p:sldId id="259" r:id="rId7"/>
    <p:sldId id="260" r:id="rId8"/>
    <p:sldId id="261" r:id="rId9"/>
    <p:sldId id="263" r:id="rId10"/>
    <p:sldId id="264" r:id="rId11"/>
    <p:sldId id="265" r:id="rId12"/>
    <p:sldId id="299" r:id="rId13"/>
    <p:sldId id="266" r:id="rId14"/>
    <p:sldId id="267" r:id="rId15"/>
    <p:sldId id="268" r:id="rId16"/>
    <p:sldId id="300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301" r:id="rId37"/>
    <p:sldId id="289" r:id="rId38"/>
    <p:sldId id="290" r:id="rId39"/>
    <p:sldId id="291" r:id="rId40"/>
    <p:sldId id="292" r:id="rId4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14/04/2025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Regresión lineal y estimación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580BC5B-2DEF-A0AE-5C3D-DD5A978E04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>
                    <a:solidFill>
                      <a:schemeClr val="accent1"/>
                    </a:solidFill>
                  </a:rPr>
                  <a:t>Contenido</a:t>
                </a: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Modelo lineal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Máxima Verosimilitud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Regularización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Regresión Bayesiana Lineal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Add</a:t>
                </a:r>
                <a:r>
                  <a:rPr lang="es-CO" dirty="0">
                    <a:solidFill>
                      <a:schemeClr val="accent1"/>
                    </a:solidFill>
                  </a:rPr>
                  <a:t>.: Expresión para </a:t>
                </a:r>
                <a14:m>
                  <m:oMath xmlns:m="http://schemas.openxmlformats.org/officeDocument/2006/math"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580BC5B-2DEF-A0AE-5C3D-DD5A978E04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  <a:blipFill>
                <a:blip r:embed="rId2"/>
                <a:stretch>
                  <a:fillRect l="-1217" t="-16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23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6ED016-C408-6E4D-D785-BF8DB357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77" y="206196"/>
            <a:ext cx="9415046" cy="644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6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7FE4-F36D-DAA7-F3A9-D2FC87CF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D4AD3B-71FC-1734-AD1B-10A64463B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77" y="378485"/>
            <a:ext cx="9415045" cy="610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6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D0AE-03DB-FC6A-C2F2-E6D88C52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8B7250-0510-75E7-1BA2-4E4BEA2C1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>
                    <a:solidFill>
                      <a:schemeClr val="accent1"/>
                    </a:solidFill>
                  </a:rPr>
                  <a:t>Contenido</a:t>
                </a: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Modelo lineal</a:t>
                </a:r>
              </a:p>
              <a:p>
                <a:r>
                  <a:rPr lang="es-CO" dirty="0"/>
                  <a:t>Máxima Verosimilitud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Regularización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Regresión Bayesiana Lineal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Add</a:t>
                </a:r>
                <a:r>
                  <a:rPr lang="es-CO" dirty="0">
                    <a:solidFill>
                      <a:schemeClr val="accent1"/>
                    </a:solidFill>
                  </a:rPr>
                  <a:t>.: Expresión para </a:t>
                </a:r>
                <a14:m>
                  <m:oMath xmlns:m="http://schemas.openxmlformats.org/officeDocument/2006/math"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8B7250-0510-75E7-1BA2-4E4BEA2C1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  <a:blipFill>
                <a:blip r:embed="rId2"/>
                <a:stretch>
                  <a:fillRect l="-1217" t="-16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40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F407-040A-D427-90BA-6FF6703D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B8C063-0FA7-BB8B-73EC-B6DC5699C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28" y="580764"/>
            <a:ext cx="8563144" cy="569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D9C7-6C57-136A-A21B-3EF67F19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5FDB63-04A8-121B-9FBC-26E65D8E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18" y="322923"/>
            <a:ext cx="8851364" cy="621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2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7C3D-6FAF-150A-9560-9C6FB7F8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0FDBAF-9D6D-1956-C486-49608ACB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91" y="368326"/>
            <a:ext cx="9337818" cy="612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5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1B528-B52E-A731-3799-2C19AD6D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BBF2D24-2840-BBD5-5BC0-A8B766AA2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429" y="358889"/>
            <a:ext cx="9603142" cy="614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23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F2A0-D124-F066-C516-0DF55F97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31F480A-F7A7-15BA-CB9C-76A87C47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583" y="13537"/>
            <a:ext cx="9788833" cy="679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00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B2D9A-80B3-E431-1A64-B9CC9092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10B9A0-0492-BDAF-C9B0-58673CA4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19" y="127694"/>
            <a:ext cx="10071962" cy="660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96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0C99-C896-D061-E866-101FE964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C47FE3-7AF8-F5A5-B03A-6AB7D5AD9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>
                    <a:solidFill>
                      <a:schemeClr val="accent1"/>
                    </a:solidFill>
                  </a:rPr>
                  <a:t>Contenido</a:t>
                </a: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Modelo lineal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Máxima Verosimilitud</a:t>
                </a:r>
              </a:p>
              <a:p>
                <a:r>
                  <a:rPr lang="es-CO" dirty="0"/>
                  <a:t>Regularización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Regresión Bayesiana Lineal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Add</a:t>
                </a:r>
                <a:r>
                  <a:rPr lang="es-CO" dirty="0">
                    <a:solidFill>
                      <a:schemeClr val="accent1"/>
                    </a:solidFill>
                  </a:rPr>
                  <a:t>.: Expresión para </a:t>
                </a:r>
                <a14:m>
                  <m:oMath xmlns:m="http://schemas.openxmlformats.org/officeDocument/2006/math"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C47FE3-7AF8-F5A5-B03A-6AB7D5AD9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  <a:blipFill>
                <a:blip r:embed="rId2"/>
                <a:stretch>
                  <a:fillRect l="-1217" t="-16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783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07E5-121B-462F-7848-BE1C8B0E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210A8D-2731-4702-B406-D980F3B4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95" y="684134"/>
            <a:ext cx="8732809" cy="54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4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AF85-E08A-B247-B68A-8F3A974B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9E51A2-3438-7A03-EEFE-B320CA07B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94" y="429900"/>
            <a:ext cx="8930011" cy="599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8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FE85-D310-EB65-460E-06835E56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DD8C5F-E6E7-908E-353C-6A4149C3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20" y="208547"/>
            <a:ext cx="9666559" cy="64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4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E35F-18DB-5174-855F-F5EFE1AE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8262AC-B519-B613-E726-13F11B247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>
                    <a:solidFill>
                      <a:schemeClr val="accent1"/>
                    </a:solidFill>
                  </a:rPr>
                  <a:t>Contenido</a:t>
                </a: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Modelo lineal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Máxima Verosimilitud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Regularización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/>
                  <a:t>Regresión Bayesiana Lineal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Add</a:t>
                </a:r>
                <a:r>
                  <a:rPr lang="es-CO" dirty="0">
                    <a:solidFill>
                      <a:schemeClr val="accent1"/>
                    </a:solidFill>
                  </a:rPr>
                  <a:t>.: Expresión para </a:t>
                </a:r>
                <a14:m>
                  <m:oMath xmlns:m="http://schemas.openxmlformats.org/officeDocument/2006/math"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8262AC-B519-B613-E726-13F11B247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  <a:blipFill>
                <a:blip r:embed="rId2"/>
                <a:stretch>
                  <a:fillRect l="-1217" t="-16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243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1A6B-0675-3057-DB53-B220CD82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146827-DE9C-9258-C271-9C13404E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78" y="25459"/>
            <a:ext cx="10118044" cy="680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0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1215-D57D-EE09-CFE7-0102A330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48FAB2-5A7F-865E-0941-B81A95EDA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62" y="259283"/>
            <a:ext cx="9392876" cy="633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75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154A-CBE0-3F54-3638-D5D15DA8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41D098-A699-7F65-09FB-BD41CBEBA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223"/>
          <a:stretch/>
        </p:blipFill>
        <p:spPr>
          <a:xfrm>
            <a:off x="1292224" y="337492"/>
            <a:ext cx="9607551" cy="618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7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42AB-B662-1E13-57EB-6ED25AE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9D3229-9E36-3C8F-CD43-2A8AF3686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89" y="424654"/>
            <a:ext cx="8694821" cy="600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91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607C-9FF8-6F6E-F798-8E10545D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76D321-0A3D-CA4E-CE51-E4E12414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41" y="461210"/>
            <a:ext cx="10080717" cy="593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86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3BA0B-53BC-60E9-07D1-F928781D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3082AE-A176-98BA-9166-63F4F827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48" y="162698"/>
            <a:ext cx="9293703" cy="653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BB31-D79C-5C7E-DAA5-28F3FB3F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699FF7-48A3-9775-6FA8-301F50DB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57" y="218077"/>
            <a:ext cx="10429886" cy="642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36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E8A5-8F4F-50A4-4D13-D0DD89C0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2418EB-C955-09BE-A4FB-D0BE64C7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79" y="122927"/>
            <a:ext cx="9464842" cy="66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64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5C3B-7C00-DEE4-1DE4-F30BA606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4E37F3-1023-C7C9-560F-C8AE9BD4A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93" y="0"/>
            <a:ext cx="10088813" cy="680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7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E252-2B9F-6C9F-A7AB-2BEE2602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ED5F6B-CB2C-784D-2B85-3A8531D8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31" y="153441"/>
            <a:ext cx="9334337" cy="655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73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92AEF-CD31-9E6F-60FC-45264952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EF5913-4DBE-DDDD-CFCE-213C7AC5A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68" y="13706"/>
            <a:ext cx="10234863" cy="68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66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5F1CA-4D76-2660-7C24-F1A48039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AEA0B4-52AA-F0FD-CFCA-47C88CB7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72" y="149618"/>
            <a:ext cx="9446655" cy="65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34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92ED-B087-E398-8233-A7DBEFE5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433A84-F355-A7C9-D68F-707C0D3B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3" y="105239"/>
            <a:ext cx="9865094" cy="664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99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5C1D-27C1-F6E6-B926-441BA8BC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6E8FD-6A67-5E26-3A9D-757F9E7BF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36" y="0"/>
            <a:ext cx="9837727" cy="675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74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A02A-4BD3-8318-D1A9-DCEEB60C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BDE373-4D80-1D60-C9CC-33D5A1ED9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42" y="185352"/>
            <a:ext cx="9416715" cy="648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96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BDEE-6AA1-7053-79D3-3CA023F7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5C583B-7176-7C01-1B04-9B65A981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92" y="0"/>
            <a:ext cx="9973449" cy="673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7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C98FC-BCA6-24D3-6D46-56582050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AAD791F-3E44-4BBB-1143-86772EF2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0" y="798095"/>
            <a:ext cx="10120540" cy="52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89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0B6C-8EAB-845E-AC32-FC035494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865E63-BDFC-0A26-A1EC-7B33AB60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1" y="189979"/>
            <a:ext cx="9881937" cy="647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98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47A5-E30B-8783-23B5-43B91FE6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B88E02-166F-DEEB-D1C8-F924A891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60" y="228600"/>
            <a:ext cx="1035948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905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D065-19EA-DAA5-64D8-BBCDA182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0589A1-2158-B16E-B949-CC1E5EB28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>
                    <a:solidFill>
                      <a:schemeClr val="accent1"/>
                    </a:solidFill>
                  </a:rPr>
                  <a:t>Contenido</a:t>
                </a: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Modelo lineal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Máxima Verosimilitud</a:t>
                </a: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Regularización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accent1"/>
                    </a:solidFill>
                  </a:rPr>
                  <a:t>Regresión Bayesiana Lineal</a:t>
                </a:r>
              </a:p>
              <a:p>
                <a:r>
                  <a:rPr lang="es-CO" dirty="0" err="1">
                    <a:solidFill>
                      <a:schemeClr val="accent1"/>
                    </a:solidFill>
                  </a:rPr>
                  <a:t>Lab</a:t>
                </a:r>
                <a:endParaRPr lang="es-CO" dirty="0">
                  <a:solidFill>
                    <a:schemeClr val="accent1"/>
                  </a:solidFill>
                </a:endParaRPr>
              </a:p>
              <a:p>
                <a:endParaRPr lang="es-CO" dirty="0">
                  <a:solidFill>
                    <a:schemeClr val="accent1"/>
                  </a:solidFill>
                </a:endParaRPr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Add.: Expresión para </a:t>
                </a:r>
                <a14:m>
                  <m:oMath xmlns:m="http://schemas.openxmlformats.org/officeDocument/2006/math"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0589A1-2158-B16E-B949-CC1E5EB28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7095"/>
                <a:ext cx="10515600" cy="5759868"/>
              </a:xfrm>
              <a:blipFill>
                <a:blip r:embed="rId2"/>
                <a:stretch>
                  <a:fillRect l="-1217" t="-16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22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CF8A-5677-E700-491B-84058D20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7C90B4-C189-5C78-C9CC-0CD9C93D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31" y="0"/>
            <a:ext cx="10186737" cy="68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34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9255-5D21-9D86-55CC-E8564DB7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D6912C-069F-7C47-6459-75D635D8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15" y="96666"/>
            <a:ext cx="9970169" cy="666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68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B0B0-3452-992A-9038-E0CC8283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2BBAE0-3963-8AD7-B627-4D524C6D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38" y="32177"/>
            <a:ext cx="10397524" cy="67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78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418A-992C-8E38-5B13-854F5F87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19526C-57AC-D942-561C-5E4515E9E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89" y="14288"/>
            <a:ext cx="10218821" cy="672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15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4452</TotalTime>
  <Words>127</Words>
  <Application>Microsoft Office PowerPoint</Application>
  <PresentationFormat>Panorámica</PresentationFormat>
  <Paragraphs>57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Tema de Office</vt:lpstr>
      <vt:lpstr>Regresión lineal y estimación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5</cp:revision>
  <dcterms:created xsi:type="dcterms:W3CDTF">2025-04-11T20:09:06Z</dcterms:created>
  <dcterms:modified xsi:type="dcterms:W3CDTF">2025-04-14T22:33:29Z</dcterms:modified>
</cp:coreProperties>
</file>