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62" r:id="rId9"/>
    <p:sldId id="263" r:id="rId10"/>
    <p:sldId id="264" r:id="rId11"/>
    <p:sldId id="265" r:id="rId12"/>
    <p:sldId id="277" r:id="rId13"/>
    <p:sldId id="266" r:id="rId14"/>
    <p:sldId id="267" r:id="rId15"/>
    <p:sldId id="268" r:id="rId16"/>
    <p:sldId id="269" r:id="rId17"/>
    <p:sldId id="270" r:id="rId18"/>
    <p:sldId id="278" r:id="rId19"/>
    <p:sldId id="271" r:id="rId20"/>
    <p:sldId id="272" r:id="rId21"/>
    <p:sldId id="273" r:id="rId22"/>
    <p:sldId id="274" r:id="rId23"/>
    <p:sldId id="275" r:id="rId24"/>
    <p:sldId id="279" r:id="rId25"/>
    <p:sldId id="280" r:id="rId2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46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A2F93-792E-2B94-EC5B-24F8902D8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3D356F-E5E3-DB1B-878C-26696FD15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B2E219-7D14-13B4-7E50-80B7BB3D1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15/04/2025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446EC7-76D2-0B21-871C-2737B8CAB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31CC29-A866-7590-69FB-9B421CF4E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6069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A32F4-2070-66DA-6DA1-A2AFEA233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7F47B8-326B-BAF6-CD52-4C3D716D6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DC4EB-4A3D-F82C-F6C6-D1DD8E699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15/04/2025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A826CE-9A50-B74C-560F-6253E213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DF2898-C4D9-3F05-BCC0-DBB9FCA2F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0590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75491E-778F-32BB-5540-C2757AF08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5A97EF-0341-71A8-68DD-AA1BB652C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94F816-044F-0622-4102-4BF9174C4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15/04/2025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F922CB-10B9-94C1-1D31-865E386BB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3791A9-EA32-A2DF-3C9E-C87DD477C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3904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AB554-1AD3-02A7-0239-6F1F79FA9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D22EA0-1BCB-AC45-0028-B7836B08DC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54DA65-74DE-1C94-3C08-8350C2F26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D855C9-63E2-320B-DB15-2077EC6A2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15/04/2025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1F46CE-B0EE-5936-45A7-FF12D5F83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EFCC80-1159-5D56-05CE-F745F5E74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1277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AC057F-AB96-EFC7-BEE9-F912178AF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4ED706-5863-E811-66A5-435F2003A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A898A5-9796-A518-71B9-44C16F343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285DC9C-C982-10A9-AF14-5CD9D05536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D7EF35-2A03-797E-AE6E-FC7537865D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54954DA-E6E3-E5F8-FF1D-7F0B39D78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15/04/2025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69056E8-5503-C29A-EBFE-1BF4247E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2D6880B-6465-7613-F309-AAE04E97E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714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A3D74B-E11B-60BB-E7B5-4E8751534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732D83C-69D1-7A2C-49C8-676EB6BB9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15/04/2025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01C9F88-9D7A-97D9-B341-E4979E55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95EB612-E3DB-B213-12F6-DA689BA91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5959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11AF7B-BF30-1594-08A4-87FB3C4D7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15/04/2025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FA9658F-9ECC-12EE-410A-42DEF3C5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40733C-AE34-DE3A-CF39-8C05A9B8A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597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A06F4-AD4C-04DC-ECD4-71D63A88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04FBDD-4F6B-F037-3016-EE95DEB19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08F65D-AF2B-4327-D68F-5A6305040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EC8D2B-BD05-C7F3-02AA-07708523B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15/04/2025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A32C03-652F-E847-E88A-857BBA7C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EF9C93-A16A-168A-273C-032CDA32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148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BAD32-7994-BA2B-F68E-74A380D77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DD77D29-0B1B-A384-0C59-DCA2971C23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93DF76-E3B2-55AA-2849-9BD3672FA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0683EC-1996-97CD-C146-D57E4A9B9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15/04/2025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707FD7-E02E-B2B1-4E53-208B770C6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39327C-5621-9561-CECA-017186751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9076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D135B-6EEF-D62C-4C9A-492C97F02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52DB982-41B5-B08A-30B4-C1EFC1EF2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454BB6-E260-6504-B72E-DD17796E4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15/04/2025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0D76C0-851F-6C35-AD1F-CF27C20B9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A9DE28-9334-35E3-FB81-E642B2F68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2433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F03189-FEF2-5765-C7F9-A0C6BC0E1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45ABDD-00C1-EC70-6C69-745D2E6FD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E1617F-CD05-5D1D-7DC7-B5C9D49B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15/04/2025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C15EE2-99F2-8574-7903-76EAAE43B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B0A9FC-4AD6-7CD9-60DE-A91AF838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882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FAFBE38-633E-9228-C3D1-C48B6B811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BB0320-10F0-73CB-A093-BE03925FE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3F88EF-2853-EA61-9C2C-FAE5660388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E1B86-5999-48B6-BC7D-9F7544635BD7}" type="datetimeFigureOut">
              <a:rPr lang="es-CO" smtClean="0"/>
              <a:t>15/04/2025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D0B86-DB5C-5389-6CC7-2D39CA9F6D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6CA249-1163-2489-BF63-3C7BD2F23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163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DFF34-4D20-306C-CD84-EF0E2DC232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1"/>
                </a:solidFill>
              </a:rPr>
              <a:t>Regresión Lineal con Inferencia Variacional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11F6C8-D8C0-6766-06F3-9C45839ACD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dirty="0"/>
              <a:t>Jonnatan Arias Garcia</a:t>
            </a:r>
          </a:p>
        </p:txBody>
      </p:sp>
    </p:spTree>
    <p:extLst>
      <p:ext uri="{BB962C8B-B14F-4D97-AF65-F5344CB8AC3E}">
        <p14:creationId xmlns:p14="http://schemas.microsoft.com/office/powerpoint/2010/main" val="1283928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80BC5B-2DEF-A0AE-5C3D-DD5A978E0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5"/>
            <a:ext cx="10515600" cy="57598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s-CO" dirty="0">
                <a:solidFill>
                  <a:schemeClr val="accent1"/>
                </a:solidFill>
              </a:rPr>
              <a:t>Contenido</a:t>
            </a:r>
          </a:p>
          <a:p>
            <a:endParaRPr lang="es-CO" dirty="0">
              <a:solidFill>
                <a:schemeClr val="accent1"/>
              </a:solidFill>
            </a:endParaRPr>
          </a:p>
          <a:p>
            <a:r>
              <a:rPr lang="es-CO" dirty="0">
                <a:solidFill>
                  <a:schemeClr val="accent1"/>
                </a:solidFill>
              </a:rPr>
              <a:t>Introducción</a:t>
            </a:r>
          </a:p>
          <a:p>
            <a:r>
              <a:rPr lang="es-CO" dirty="0">
                <a:solidFill>
                  <a:schemeClr val="accent1"/>
                </a:solidFill>
              </a:rPr>
              <a:t>Optimización variacional aplicada a un problema de inferencia</a:t>
            </a:r>
          </a:p>
          <a:p>
            <a:r>
              <a:rPr lang="es-CO" dirty="0">
                <a:solidFill>
                  <a:schemeClr val="accent1"/>
                </a:solidFill>
              </a:rPr>
              <a:t>Distribuciones Factorizadas</a:t>
            </a:r>
          </a:p>
          <a:p>
            <a:r>
              <a:rPr lang="es-CO" dirty="0">
                <a:solidFill>
                  <a:schemeClr val="accent1"/>
                </a:solidFill>
              </a:rPr>
              <a:t>Inferencia variacional en regresión lineal</a:t>
            </a:r>
          </a:p>
        </p:txBody>
      </p:sp>
    </p:spTree>
    <p:extLst>
      <p:ext uri="{BB962C8B-B14F-4D97-AF65-F5344CB8AC3E}">
        <p14:creationId xmlns:p14="http://schemas.microsoft.com/office/powerpoint/2010/main" val="191123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DCA03E8-41A6-A394-EF04-46F8A85B7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242" y="179774"/>
            <a:ext cx="9721516" cy="649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406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5AD89-E0A6-8058-D5BC-E8B968AD2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605944D-0EDE-6410-A09C-F4794BD7B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831" y="294970"/>
            <a:ext cx="9272337" cy="626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13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B1DA0-50AC-6610-E2DB-20DBE9F4C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3300B01-EC9C-274B-0684-1BC6C1EDE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973" y="277784"/>
            <a:ext cx="9338053" cy="630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145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1D72F-A744-E07F-9900-44AC0DC7A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B4578B6-43D6-3E56-17ED-A9D9E835D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261" y="561094"/>
            <a:ext cx="9849478" cy="573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067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197E4-F2B9-B064-ED8F-537DE345E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C5DC4A-4DA2-6D07-53A0-C12251346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5"/>
            <a:ext cx="10515600" cy="57598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s-CO" dirty="0">
                <a:solidFill>
                  <a:schemeClr val="accent1"/>
                </a:solidFill>
              </a:rPr>
              <a:t>Contenido</a:t>
            </a:r>
          </a:p>
          <a:p>
            <a:endParaRPr lang="es-CO" dirty="0">
              <a:solidFill>
                <a:schemeClr val="accent1"/>
              </a:solidFill>
            </a:endParaRPr>
          </a:p>
          <a:p>
            <a:r>
              <a:rPr lang="es-CO" dirty="0">
                <a:solidFill>
                  <a:schemeClr val="accent1"/>
                </a:solidFill>
              </a:rPr>
              <a:t>Introducción</a:t>
            </a:r>
          </a:p>
          <a:p>
            <a:r>
              <a:rPr lang="es-CO" dirty="0"/>
              <a:t>Optimización variacional aplicada a un problema de inferencia</a:t>
            </a:r>
          </a:p>
          <a:p>
            <a:r>
              <a:rPr lang="es-CO" dirty="0">
                <a:solidFill>
                  <a:schemeClr val="accent1"/>
                </a:solidFill>
              </a:rPr>
              <a:t>Distribuciones Factorizadas</a:t>
            </a:r>
          </a:p>
          <a:p>
            <a:r>
              <a:rPr lang="es-CO" dirty="0">
                <a:solidFill>
                  <a:schemeClr val="accent1"/>
                </a:solidFill>
              </a:rPr>
              <a:t>Inferencia variacional en regresión lineal</a:t>
            </a:r>
          </a:p>
        </p:txBody>
      </p:sp>
    </p:spTree>
    <p:extLst>
      <p:ext uri="{BB962C8B-B14F-4D97-AF65-F5344CB8AC3E}">
        <p14:creationId xmlns:p14="http://schemas.microsoft.com/office/powerpoint/2010/main" val="3474816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A2538-891A-11F9-9221-DF49F10E7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E490AEE-40A9-3E47-F6B9-ACE951249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594" y="183066"/>
            <a:ext cx="9758812" cy="649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942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F7490-6E70-93A1-20E2-F807D00FF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3E763A2-7934-8410-5A07-69808F229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666" y="290544"/>
            <a:ext cx="9270668" cy="627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617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3BCC4-730B-E73A-592E-B297B5881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38247DC-12D7-F674-21ED-74631A88C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75" y="213202"/>
            <a:ext cx="10556450" cy="643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720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C520B-5C9C-3715-F859-23BF9359D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73D1E46-0AC6-E8B2-D897-2F6A2FE45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347" y="910016"/>
            <a:ext cx="9231306" cy="5037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701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82B12-B88A-A45F-AC22-958453AC4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6BDB70-8531-A5BD-F983-74F96EE05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5"/>
            <a:ext cx="10515600" cy="57598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s-CO" dirty="0">
                <a:solidFill>
                  <a:schemeClr val="accent1"/>
                </a:solidFill>
              </a:rPr>
              <a:t>Contenido</a:t>
            </a:r>
          </a:p>
          <a:p>
            <a:endParaRPr lang="es-CO" dirty="0">
              <a:solidFill>
                <a:schemeClr val="accent1"/>
              </a:solidFill>
            </a:endParaRPr>
          </a:p>
          <a:p>
            <a:r>
              <a:rPr lang="es-CO" dirty="0">
                <a:solidFill>
                  <a:schemeClr val="accent1"/>
                </a:solidFill>
              </a:rPr>
              <a:t>Introducción</a:t>
            </a:r>
          </a:p>
          <a:p>
            <a:r>
              <a:rPr lang="es-CO" dirty="0">
                <a:solidFill>
                  <a:schemeClr val="accent1"/>
                </a:solidFill>
              </a:rPr>
              <a:t>Optimización variacional aplicada a un problema de inferencia</a:t>
            </a:r>
          </a:p>
          <a:p>
            <a:r>
              <a:rPr lang="es-CO" dirty="0"/>
              <a:t>Distribuciones Factorizadas</a:t>
            </a:r>
          </a:p>
          <a:p>
            <a:r>
              <a:rPr lang="es-CO" dirty="0">
                <a:solidFill>
                  <a:schemeClr val="accent1"/>
                </a:solidFill>
              </a:rPr>
              <a:t>Inferencia variacional en regresión lineal</a:t>
            </a:r>
          </a:p>
        </p:txBody>
      </p:sp>
    </p:spTree>
    <p:extLst>
      <p:ext uri="{BB962C8B-B14F-4D97-AF65-F5344CB8AC3E}">
        <p14:creationId xmlns:p14="http://schemas.microsoft.com/office/powerpoint/2010/main" val="2477387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FF68F-CA7E-D418-B9C7-E776DC97A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5FDA90D-D5A2-E8E0-DCE8-AEAB5C0B1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414" y="143884"/>
            <a:ext cx="9463171" cy="657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284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EF9CF-C184-C539-B934-0075BFDAD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439C2EC-5096-C01E-BFF3-979992823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06" y="437147"/>
            <a:ext cx="10835988" cy="598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847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74ECD-8052-7AE8-A75F-AF0472057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2A0AB60-7CFC-2696-E4F6-E08CF6FFC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129" y="410023"/>
            <a:ext cx="8917742" cy="603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4083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A079E-BDF9-5A1D-5489-AF4FEBDF3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D1D5458-6663-1C93-AE5A-585D51A97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919" y="277539"/>
            <a:ext cx="9078161" cy="630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299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11837-A5BA-FCE4-EBC6-32F4D1A37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E19D3ED-CEC9-5C50-BCFA-90632ED9D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046" y="475315"/>
            <a:ext cx="8981908" cy="5907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94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66F66-F219-289F-B3FE-B18C71409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9E372A-E7E7-DAE4-2749-205D1AC18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5"/>
            <a:ext cx="10515600" cy="57598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s-CO" dirty="0">
                <a:solidFill>
                  <a:schemeClr val="accent1"/>
                </a:solidFill>
              </a:rPr>
              <a:t>Contenido</a:t>
            </a:r>
          </a:p>
          <a:p>
            <a:endParaRPr lang="es-CO" dirty="0">
              <a:solidFill>
                <a:schemeClr val="accent1"/>
              </a:solidFill>
            </a:endParaRPr>
          </a:p>
          <a:p>
            <a:r>
              <a:rPr lang="es-CO" dirty="0">
                <a:solidFill>
                  <a:schemeClr val="accent1"/>
                </a:solidFill>
              </a:rPr>
              <a:t>Introducción</a:t>
            </a:r>
          </a:p>
          <a:p>
            <a:r>
              <a:rPr lang="es-CO" dirty="0">
                <a:solidFill>
                  <a:schemeClr val="accent1"/>
                </a:solidFill>
              </a:rPr>
              <a:t>Optimización variacional aplicada a un problema de inferencia</a:t>
            </a:r>
          </a:p>
          <a:p>
            <a:r>
              <a:rPr lang="es-CO" dirty="0">
                <a:solidFill>
                  <a:schemeClr val="accent1"/>
                </a:solidFill>
              </a:rPr>
              <a:t>Distribuciones Factorizadas</a:t>
            </a:r>
          </a:p>
          <a:p>
            <a:r>
              <a:rPr lang="es-CO" dirty="0"/>
              <a:t>Inferencia variacional en regresión lineal</a:t>
            </a:r>
          </a:p>
        </p:txBody>
      </p:sp>
    </p:spTree>
    <p:extLst>
      <p:ext uri="{BB962C8B-B14F-4D97-AF65-F5344CB8AC3E}">
        <p14:creationId xmlns:p14="http://schemas.microsoft.com/office/powerpoint/2010/main" val="3374377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31775-FF7B-E5F7-D772-50A617E3D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16E830E-E58F-5C87-41F2-C2BF53F14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88" y="293543"/>
            <a:ext cx="9336024" cy="627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356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6172-F343-7868-9F56-1088194CE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DE839D0-CD7D-8A83-A0D1-4240A9EEE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267" y="228588"/>
            <a:ext cx="9575466" cy="640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663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4E84A-761B-D801-B194-2F2BD09B8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A0E07DE-2FF2-6971-0799-BB1DCF0EE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656" y="422031"/>
            <a:ext cx="8516688" cy="601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8774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3F1A1-C244-F1D2-C810-76B35093E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F1D0AAF-36BF-DACB-4BA4-E7CCD8C50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295" y="348916"/>
            <a:ext cx="9935409" cy="616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7913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82390-E82C-FCBD-9962-835889D27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315A948-70FF-191F-6F0F-065F173DA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088" y="254654"/>
            <a:ext cx="8949824" cy="634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659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277B7-1FDA-B101-8A77-C4D9E65CF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63843B5-ACAA-DC0D-2AC8-05F12BB84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904" y="671863"/>
            <a:ext cx="9504192" cy="551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3306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EA8F8-115D-1E42-B194-1BEC59D5B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151D21B-2C36-DAA6-BEB7-DE5891D92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86" y="408180"/>
            <a:ext cx="8595228" cy="604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4241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4465</TotalTime>
  <Words>76</Words>
  <Application>Microsoft Office PowerPoint</Application>
  <PresentationFormat>Panorámica</PresentationFormat>
  <Paragraphs>30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Tema de Office</vt:lpstr>
      <vt:lpstr>Regresión Lineal con Inferencia Variacional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jonnatan arias garcia</dc:creator>
  <cp:lastModifiedBy>jonnatan arias garcia</cp:lastModifiedBy>
  <cp:revision>6</cp:revision>
  <dcterms:created xsi:type="dcterms:W3CDTF">2025-04-11T20:09:06Z</dcterms:created>
  <dcterms:modified xsi:type="dcterms:W3CDTF">2025-04-15T22:29:35Z</dcterms:modified>
</cp:coreProperties>
</file>