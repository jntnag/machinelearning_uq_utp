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7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302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303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natan arias garcia" initials="ja" lastIdx="1" clrIdx="0">
    <p:extLst>
      <p:ext uri="{19B8F6BF-5375-455C-9EA6-DF929625EA0E}">
        <p15:presenceInfo xmlns:p15="http://schemas.microsoft.com/office/powerpoint/2012/main" userId="a49012081746b4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7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3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Inferencia Aproximada Para Redes Neuronales</a:t>
            </a:r>
            <a:endParaRPr lang="es-CO" b="1" noProof="0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noProof="0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9619-8EB5-73D3-1E4C-1FC10548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29AFD-173A-FF4D-DA4C-C956F50B2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/>
              <a:t>Algoritmo EM</a:t>
            </a:r>
          </a:p>
          <a:p>
            <a:r>
              <a:rPr lang="es-CO" dirty="0">
                <a:solidFill>
                  <a:schemeClr val="accent1"/>
                </a:solidFill>
              </a:rPr>
              <a:t>EM Variacional</a:t>
            </a:r>
            <a:endParaRPr lang="es-CO" noProof="0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Inferencia Aproximada para NN</a:t>
            </a:r>
          </a:p>
          <a:p>
            <a:pPr lvl="1"/>
            <a:r>
              <a:rPr lang="es-CO" noProof="0" dirty="0" err="1">
                <a:solidFill>
                  <a:schemeClr val="accent1"/>
                </a:solidFill>
              </a:rPr>
              <a:t>Bayesian</a:t>
            </a:r>
            <a:r>
              <a:rPr lang="es-CO" noProof="0" dirty="0">
                <a:solidFill>
                  <a:schemeClr val="accent1"/>
                </a:solidFill>
              </a:rPr>
              <a:t> Deep NN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Aproximación de Laplace</a:t>
            </a:r>
            <a:endParaRPr lang="es-CO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246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C7BC-D561-FC17-EDD2-EBD805CB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1D7DBE-ED5F-19B5-02DD-FE6DA39F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0"/>
            <a:ext cx="9037320" cy="678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01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ADD68A8-12C9-DAFD-A304-FDEAC0CE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40" y="0"/>
            <a:ext cx="9140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6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4879-330B-5D09-2213-36802DCC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57BDA32-9BD3-F49F-33A6-393453CA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943" y="0"/>
            <a:ext cx="9212113" cy="691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0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9C92A-EA07-F1CC-536B-FCCF2B3C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40A94B-1F0D-6A79-0618-B467B38FF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283" y="0"/>
            <a:ext cx="9105433" cy="683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62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3854-3EB1-D851-9995-76C3C2643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D94FB7-B059-3E32-D3C0-A528E8DDA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03" y="-19262"/>
            <a:ext cx="9166393" cy="68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4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EC02-90FA-A8A0-1C55-26FF3E49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9A758D-70A1-8B09-384D-5F62EBA4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467" y="-1760"/>
            <a:ext cx="9143066" cy="68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4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B774-EC5E-5AC3-8770-09FA3014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97E4F0-30F1-5817-11C3-5700270B1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03" y="-19262"/>
            <a:ext cx="9166393" cy="68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5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1387B-3456-C78F-3CEF-C1F32486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1D2DBC-2883-2849-9BAD-B81A8F320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63" y="0"/>
            <a:ext cx="9120673" cy="684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5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D0AC-1C1F-5C6E-D40C-E84F42FE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0950BC-E41F-C9E5-6B2D-2FAC4C68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63" y="0"/>
            <a:ext cx="9120673" cy="684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6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8F746-6B2A-6CBA-F918-645F46B8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01A92B-BB0E-A145-5878-C0F5D7436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40" y="0"/>
            <a:ext cx="9140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43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17ECF-80A2-D482-5B42-F20D0416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FC5070-AC85-C44A-D126-C3EB2FE0A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043" y="0"/>
            <a:ext cx="9135914" cy="685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45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9EDB7-964A-F434-4216-3BD3A284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364B71-1011-F152-08DB-526302607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83" y="-30696"/>
            <a:ext cx="9181633" cy="688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7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E5F1-5CF3-67CF-43E0-211CCB4F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57D9AE-3C99-F7B1-6078-E858B2CDD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043" y="0"/>
            <a:ext cx="9135913" cy="68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55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F976-8347-41B5-3EFA-A012E0A1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C1E025-45A4-1698-CBB1-CAEA2613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63" y="0"/>
            <a:ext cx="9120673" cy="684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58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BAAF-01EF-8B85-1766-BCF56EB67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F0B3CA-AD93-75FF-66B3-206E0F17C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043" y="0"/>
            <a:ext cx="9135913" cy="68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51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CB955-C4B2-9706-26E5-E1A31497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40781C8-6A4D-1D83-ACCA-CA9FB113C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03" y="-19262"/>
            <a:ext cx="9166393" cy="68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56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8B5E-AF04-E026-EDF1-3A44F82CC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D44310-72F4-15B6-6A07-A2C5F6204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83" y="-15348"/>
            <a:ext cx="9181633" cy="688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15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2C4A2-F544-D4D6-8DCD-710A65DD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2E1873-F4A0-2815-3D0A-9B7533AC6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03" y="-19262"/>
            <a:ext cx="9166393" cy="68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99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29632-7FA7-5149-E04E-6926F039F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48B9A3-64AF-2B06-FEF5-9642AAC9C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Algoritmo EM</a:t>
            </a:r>
          </a:p>
          <a:p>
            <a:r>
              <a:rPr lang="es-CO" dirty="0"/>
              <a:t>EM Variacional</a:t>
            </a:r>
            <a:endParaRPr lang="es-CO" noProof="0" dirty="0"/>
          </a:p>
          <a:p>
            <a:r>
              <a:rPr lang="es-CO" dirty="0">
                <a:solidFill>
                  <a:schemeClr val="accent1"/>
                </a:solidFill>
              </a:rPr>
              <a:t>Inferencia Aproximada para NN</a:t>
            </a:r>
          </a:p>
          <a:p>
            <a:pPr lvl="1"/>
            <a:r>
              <a:rPr lang="es-CO" noProof="0" dirty="0" err="1">
                <a:solidFill>
                  <a:schemeClr val="accent1"/>
                </a:solidFill>
              </a:rPr>
              <a:t>Bayesian</a:t>
            </a:r>
            <a:r>
              <a:rPr lang="es-CO" noProof="0" dirty="0">
                <a:solidFill>
                  <a:schemeClr val="accent1"/>
                </a:solidFill>
              </a:rPr>
              <a:t> Deep NN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Aproximación de Laplace</a:t>
            </a:r>
            <a:endParaRPr lang="es-CO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29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B26A1-AF76-E45E-8154-66EFA61AB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AF99C87-7046-B17B-A122-B741B7282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07" y="0"/>
            <a:ext cx="9112586" cy="683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57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6981-8475-FD85-364A-6D981CB9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6E51FC-8275-89D5-030C-CF852F57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847" y="0"/>
            <a:ext cx="9158306" cy="687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78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7B56-C6C1-69AF-A322-9A78723A6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648B5D-F3D0-976F-2DEB-210AF40EA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03" y="0"/>
            <a:ext cx="9166393" cy="68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89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B52C-D8E9-74B9-668C-F45FF14A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ED9059-C391-5A32-B00F-5287A714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23" y="-7828"/>
            <a:ext cx="9151153" cy="68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49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5E68-A672-B60B-AA78-613A5C3A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CE25F4-D883-C5E0-640E-61DCD38F7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607" y="-36062"/>
            <a:ext cx="9188786" cy="689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38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0106-16D4-CA86-38B2-98823801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580B3A-A0B7-1EE8-5AF5-772B88B2D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03" y="-19262"/>
            <a:ext cx="9166393" cy="68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62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8873-327A-607C-9DC6-5A56A099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1F6C61-A13F-6AB4-9332-FCFB2B015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467" y="-1760"/>
            <a:ext cx="9143066" cy="68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39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D321-ACE9-0A09-9AD8-00E47D22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BE6C0E-0D79-5559-4295-91C82B708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Algoritmo EM</a:t>
            </a:r>
          </a:p>
          <a:p>
            <a:r>
              <a:rPr lang="es-CO" dirty="0">
                <a:solidFill>
                  <a:schemeClr val="accent1"/>
                </a:solidFill>
              </a:rPr>
              <a:t>EM Variacional</a:t>
            </a:r>
            <a:endParaRPr lang="es-CO" noProof="0" dirty="0">
              <a:solidFill>
                <a:schemeClr val="accent1"/>
              </a:solidFill>
            </a:endParaRPr>
          </a:p>
          <a:p>
            <a:r>
              <a:rPr lang="es-CO" dirty="0"/>
              <a:t>Inferencia Aproximada para NN</a:t>
            </a:r>
          </a:p>
          <a:p>
            <a:pPr lvl="1"/>
            <a:r>
              <a:rPr lang="es-CO" noProof="0" dirty="0" err="1"/>
              <a:t>Bayesian</a:t>
            </a:r>
            <a:r>
              <a:rPr lang="es-CO" noProof="0" dirty="0"/>
              <a:t> Deep NN</a:t>
            </a:r>
          </a:p>
          <a:p>
            <a:pPr lvl="1"/>
            <a:r>
              <a:rPr lang="es-CO" dirty="0"/>
              <a:t>Aproximación de Laplace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816240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5CED-3CD2-1CD9-7B4E-C7771B71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5377BA-8503-1CF7-9ECB-709F4157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63" y="0"/>
            <a:ext cx="9120673" cy="684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8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FA9B-7615-0E65-0D00-566BC217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D22AB4-21B2-7D17-C160-101192B8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63" y="0"/>
            <a:ext cx="9120673" cy="684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72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DB7C-E21C-28ED-0EDC-C18DCF9B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F15AB5-3D0E-4B37-2265-245E01122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283" y="0"/>
            <a:ext cx="9105433" cy="683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08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F3F0-CCD9-FEC4-1BA3-69E228E7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E1D800-F46C-594F-AF54-F616B4D5D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087" y="0"/>
            <a:ext cx="9127826" cy="684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96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CC5E-81F8-795D-25AA-23AADC57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112AB0-4D6F-453A-ED9E-6A2A9C94F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07" y="0"/>
            <a:ext cx="9112586" cy="683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88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135F-5337-8410-FE98-E1B2AFAA1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C64128-99AE-4801-6AD6-4F117583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23" y="-7828"/>
            <a:ext cx="9151153" cy="68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10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33C7-9E3B-5A8D-3334-5FF8A03E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17F971-4FC6-5AF6-BD6A-E0589F458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40" y="0"/>
            <a:ext cx="9140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21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041F-0354-48C0-409F-1896E9C7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0A6C5D-E308-FDFC-4329-939080927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" y="-18382"/>
            <a:ext cx="9189720" cy="689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77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21415-6708-E1F0-3EA0-0721324F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32C709-CA7E-494E-0AA7-85F936AE7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043" y="0"/>
            <a:ext cx="9135913" cy="68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34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14445</TotalTime>
  <Words>53</Words>
  <Application>Microsoft Office PowerPoint</Application>
  <PresentationFormat>Panorámica</PresentationFormat>
  <Paragraphs>26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Tema de Office</vt:lpstr>
      <vt:lpstr>Inferencia Aproximada Para Redes Neuronales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34</cp:revision>
  <dcterms:created xsi:type="dcterms:W3CDTF">2025-04-11T20:09:06Z</dcterms:created>
  <dcterms:modified xsi:type="dcterms:W3CDTF">2025-04-28T22:46:31Z</dcterms:modified>
</cp:coreProperties>
</file>