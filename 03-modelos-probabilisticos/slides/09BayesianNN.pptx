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natan arias garcia" initials="ja" lastIdx="1" clrIdx="0">
    <p:extLst>
      <p:ext uri="{19B8F6BF-5375-455C-9EA6-DF929625EA0E}">
        <p15:presenceInfo xmlns:p15="http://schemas.microsoft.com/office/powerpoint/2012/main" userId="a49012081746b49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75" autoAdjust="0"/>
    <p:restoredTop sz="94660"/>
  </p:normalViewPr>
  <p:slideViewPr>
    <p:cSldViewPr snapToGrid="0">
      <p:cViewPr varScale="1">
        <p:scale>
          <a:sx n="81" d="100"/>
          <a:sy n="81" d="100"/>
        </p:scale>
        <p:origin x="89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A2F93-792E-2B94-EC5B-24F8902D8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3D356F-E5E3-DB1B-878C-26696FD15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B2E219-7D14-13B4-7E50-80B7BB3D1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446EC7-76D2-0B21-871C-2737B8CAB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31CC29-A866-7590-69FB-9B421CF4E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6069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4A32F4-2070-66DA-6DA1-A2AFEA233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7F47B8-326B-BAF6-CD52-4C3D716D6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5DC4EB-4A3D-F82C-F6C6-D1DD8E699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A826CE-9A50-B74C-560F-6253E213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DF2898-C4D9-3F05-BCC0-DBB9FCA2F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0590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75491E-778F-32BB-5540-C2757AF08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5A97EF-0341-71A8-68DD-AA1BB652C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94F816-044F-0622-4102-4BF9174C4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F922CB-10B9-94C1-1D31-865E386BB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3791A9-EA32-A2DF-3C9E-C87DD477C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3904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BAB554-1AD3-02A7-0239-6F1F79FA9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D22EA0-1BCB-AC45-0028-B7836B08DC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54DA65-74DE-1C94-3C08-8350C2F26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D855C9-63E2-320B-DB15-2077EC6A2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91F46CE-B0EE-5936-45A7-FF12D5F83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EFCC80-1159-5D56-05CE-F745F5E74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1277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AC057F-AB96-EFC7-BEE9-F912178AF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4ED706-5863-E811-66A5-435F2003A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FA898A5-9796-A518-71B9-44C16F343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285DC9C-C982-10A9-AF14-5CD9D05536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D7EF35-2A03-797E-AE6E-FC7537865D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54954DA-E6E3-E5F8-FF1D-7F0B39D78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69056E8-5503-C29A-EBFE-1BF4247E7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2D6880B-6465-7613-F309-AAE04E97E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714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A3D74B-E11B-60BB-E7B5-4E8751534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732D83C-69D1-7A2C-49C8-676EB6BB9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01C9F88-9D7A-97D9-B341-E4979E55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95EB612-E3DB-B213-12F6-DA689BA91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5959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11AF7B-BF30-1594-08A4-87FB3C4D7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FA9658F-9ECC-12EE-410A-42DEF3C55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540733C-AE34-DE3A-CF39-8C05A9B8A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5970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A06F4-AD4C-04DC-ECD4-71D63A88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04FBDD-4F6B-F037-3016-EE95DEB19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08F65D-AF2B-4327-D68F-5A6305040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EC8D2B-BD05-C7F3-02AA-07708523B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9A32C03-652F-E847-E88A-857BBA7CE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EF9C93-A16A-168A-273C-032CDA32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148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BBAD32-7994-BA2B-F68E-74A380D77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DD77D29-0B1B-A384-0C59-DCA2971C23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B93DF76-E3B2-55AA-2849-9BD3672FA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0683EC-1996-97CD-C146-D57E4A9B9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707FD7-E02E-B2B1-4E53-208B770C6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39327C-5621-9561-CECA-017186751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9076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D135B-6EEF-D62C-4C9A-492C97F02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52DB982-41B5-B08A-30B4-C1EFC1EF2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454BB6-E260-6504-B72E-DD17796E4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0D76C0-851F-6C35-AD1F-CF27C20B9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A9DE28-9334-35E3-FB81-E642B2F68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2433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AF03189-FEF2-5765-C7F9-A0C6BC0E18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45ABDD-00C1-EC70-6C69-745D2E6FD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E1617F-CD05-5D1D-7DC7-B5C9D49B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C15EE2-99F2-8574-7903-76EAAE43B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B0A9FC-4AD6-7CD9-60DE-A91AF838C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882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FAFBE38-633E-9228-C3D1-C48B6B811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BB0320-10F0-73CB-A093-BE03925FE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3F88EF-2853-EA61-9C2C-FAE5660388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D0B86-DB5C-5389-6CC7-2D39CA9F6D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6CA249-1163-2489-BF63-3C7BD2F23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163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DFF34-4D20-306C-CD84-EF0E2DC232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CO" b="1" dirty="0">
                <a:solidFill>
                  <a:schemeClr val="accent1"/>
                </a:solidFill>
              </a:rPr>
              <a:t>Redes </a:t>
            </a:r>
            <a:r>
              <a:rPr lang="es-CO" b="1">
                <a:solidFill>
                  <a:schemeClr val="accent1"/>
                </a:solidFill>
              </a:rPr>
              <a:t>Neuronales Bayesianas</a:t>
            </a:r>
            <a:endParaRPr lang="es-CO" b="1" noProof="0" dirty="0">
              <a:solidFill>
                <a:schemeClr val="accent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11F6C8-D8C0-6766-06F3-9C45839ACD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noProof="0" dirty="0"/>
              <a:t>Jonnatan Arias Garcia</a:t>
            </a:r>
          </a:p>
        </p:txBody>
      </p:sp>
    </p:spTree>
    <p:extLst>
      <p:ext uri="{BB962C8B-B14F-4D97-AF65-F5344CB8AC3E}">
        <p14:creationId xmlns:p14="http://schemas.microsoft.com/office/powerpoint/2010/main" val="1283928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413F5-AB82-DBB1-AC65-E13DC27F2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65FC826-28E1-1A24-26B4-0E8B7BCBF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623" y="0"/>
            <a:ext cx="9760753" cy="6902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658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85D210C-42BE-3CCE-414C-9A2D0E699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743" y="0"/>
            <a:ext cx="9364513" cy="669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053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0CE98-8ADF-D1E1-DF81-419BAB4A5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F3F66DC-E777-614A-B277-1C4A65882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963" y="-11044"/>
            <a:ext cx="9654073" cy="6869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336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0A6C1-2B0D-F9EB-50D7-2043C776B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8C9A1EA-338A-76BB-3979-D14AA268A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063" y="0"/>
            <a:ext cx="9577873" cy="682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193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1B71F-B3A2-C819-4E95-981C724DC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510CC87-178E-8FF9-E4F0-A15EA77A5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923" y="0"/>
            <a:ext cx="9532153" cy="682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311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5F92D-C8A6-BE9F-3996-6790AB8D8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D119942-9978-E89F-C3DE-3962A1931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303" y="0"/>
            <a:ext cx="9547393" cy="680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47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0C0F2-410B-658C-AF49-35FA7B6E0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5D7B0ED-D85C-8FEE-3542-7BB47B077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83" y="0"/>
            <a:ext cx="9715033" cy="693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288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D1181-7C50-D345-2FC3-A94EAEFB0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A74D285-BFFB-8865-8DB2-33DD815E7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823" y="-9542"/>
            <a:ext cx="9608353" cy="686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640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21CF7-5E62-3C14-377F-DE6D99CC5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4231CFE-A795-796E-CBB5-F8D1EBA4F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543" y="0"/>
            <a:ext cx="9516913" cy="6781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832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A5BF6-86A4-3CC5-4017-3EE6F4F67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88649FC-3F58-E3B5-DABF-F446B72CE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983" y="0"/>
            <a:ext cx="9334033" cy="668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641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9DCE7-49FD-27A2-3289-028C2030C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5B77F42-5257-9EF0-BEC8-F18189C43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703" y="0"/>
            <a:ext cx="9242593" cy="660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914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91482-E5DA-FF49-C1C9-34BC82117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F2DD5E5-357C-D256-782F-49293E258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927" y="79042"/>
            <a:ext cx="9402146" cy="669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642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DB5B4-62C2-7331-C806-F7DF1E075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72C0FAC-093D-05BF-3E30-9D6D3D581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163" y="0"/>
            <a:ext cx="9501673" cy="678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379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EACB1-9A4E-8E24-393C-7FF98D990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8EBD15A-D2BA-48E7-66B6-BC5A6018B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98" y="0"/>
            <a:ext cx="95950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121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1F145-3836-892F-BE21-4B508D98A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261A6DA-C21D-5C61-39AA-D09608066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683" y="0"/>
            <a:ext cx="9562633" cy="6783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789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46FCE-C777-0378-9002-74F499749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00C2140-041F-A232-BD56-125474894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583" y="0"/>
            <a:ext cx="9638833" cy="686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760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C64A8-D5A5-5601-0299-577CE0B6D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DCCF2AC-C8E4-4BB1-A5A2-FE21915C4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683" y="0"/>
            <a:ext cx="9562633" cy="683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0727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FEAD9-5565-97E2-8A01-AF62A3458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7DD2524-0F55-48AD-6540-578D06A44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203" y="0"/>
            <a:ext cx="9623593" cy="685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8676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8D919-5026-28B3-8E0C-CE599AF16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4C4AB9E-AB9A-FE5F-2795-41AE8D132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867" y="0"/>
            <a:ext cx="9600266" cy="685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153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8C6A1-6D8F-E252-FA68-638FA1F60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16A370D-086F-3476-FFFE-54C1041EF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303" y="0"/>
            <a:ext cx="9547393" cy="680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0433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99670-2176-DDF5-F05F-16435C09A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EEF9B2C-5B2F-A9C2-0B08-86AFD1BAD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97" y="-1"/>
            <a:ext cx="9595005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9704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72613-C972-D3D7-8490-BF5FFA7EC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6BDE24F-065B-3816-80FF-549893FDE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347" y="0"/>
            <a:ext cx="9539306" cy="6777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2951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14455</TotalTime>
  <Words>6</Words>
  <Application>Microsoft Office PowerPoint</Application>
  <PresentationFormat>Panorámica</PresentationFormat>
  <Paragraphs>2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Tema de Office</vt:lpstr>
      <vt:lpstr>Redes Neuronales Bayesianas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jonnatan arias garcia</dc:creator>
  <cp:lastModifiedBy>jonnatan arias garcia</cp:lastModifiedBy>
  <cp:revision>34</cp:revision>
  <dcterms:created xsi:type="dcterms:W3CDTF">2025-04-11T20:09:06Z</dcterms:created>
  <dcterms:modified xsi:type="dcterms:W3CDTF">2025-04-29T05:00:11Z</dcterms:modified>
</cp:coreProperties>
</file>